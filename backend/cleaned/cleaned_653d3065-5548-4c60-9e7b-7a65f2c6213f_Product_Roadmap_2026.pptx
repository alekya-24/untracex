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UntraceX Product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is widely used for software development.</a:t>
            </a:r>
          </a:p>
          <a:p>
            <a:r>
              <a:t>It provides a simple and readable syntax and supports multiple programming paradigms.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is important to remember that clean documentation plays a crucial role in enterprise security.</a:t>
            </a:r>
          </a:p>
          <a:p>
            <a:r>
              <a:t>In conclusion, automated metadata purging ensures privacy.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/>
  <ns0:PresentationFormat>On-screen Show (4:3)</ns0:PresentationFormat>
  <ns0:Paragraphs>0</ns0:Paragraphs>
  <ns0:Slides>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