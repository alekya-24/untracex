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UntraceX Product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 Document Inspection &amp; Trace Elimination</a:t>
            </a:r>
          </a:p>
          <a:p>
            <a:r>
              <a:t>Presented to University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Pure Python Backend (PyMuPDF, docx, pptx)</a:t>
            </a:r>
          </a:p>
          <a:p>
            <a:r>
              <a:t>• Minimalist React Frontend</a:t>
            </a:r>
          </a:p>
          <a:p>
            <a:r>
              <a:t>• Zero complex AI classifiers</a:t>
            </a:r>
          </a:p>
          <a:p>
            <a:r>
              <a:t>• Verified before &amp; after metadata stripping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UntraceX Product Presentation</dc:title>
  <dc:subject>Presentation Slides</dc:subject>
  <dc:creator>Marcus Vance</dc:creator>
  <cp:keywords>slides, untracex, presentation, college-demo</cp:keywords>
  <dc:description>generated using python-pptx</dc:description>
  <cp:lastModifiedBy>Elena Rostova</cp:lastModifiedBy>
  <cp:revision>4</cp:revision>
  <dcterms:created xsi:type="dcterms:W3CDTF">2013-01-27T09:14:16Z</dcterms:created>
  <dcterms:modified xsi:type="dcterms:W3CDTF">2013-01-27T09:15:58Z</dcterms:modified>
  <cp:category/>
</cp:coreProperties>
</file>